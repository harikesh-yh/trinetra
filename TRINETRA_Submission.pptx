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r>
              <a:rPr b="0" sz="1500"/>
              <a:t> TRINETRA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r>
              <a:rPr b="0" sz="1500"/>
              <a:t> [PLACEHOLDER — confirm team leader name]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r>
              <a:rPr b="0" sz="1500"/>
              <a:t> [PLACEHOLDER — confirm team size]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r>
              <a:rPr b="0" sz="1500"/>
              <a:t> KSP Datathon 2026 — Challenge 01 (Intelligent Conversational AI over the crime database) AND Challenge 02 (AI-driven Crime Analytics &amp; Visualization platform).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</a:rPr>
              <a:t>TRINETRA ("third eye") is one Intelligence Engine with two faces: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Copilot (Challenge 01): a conversational AI over the Karnataka Police FIR database — English + Kannada, voice-enabled, with cited answers, the SQL shown, charts, and downloadable PDF briefs.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War Room (Challenge 02): an analytics platform — geospatial hotspot maps, criminal-network graph, anomaly alerts, detection-quality and response-lag panels, and district drilldowns.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Both faces call the SAME engine API, so one ML brain powers both challenges. A trust spine (cite · explain · audit · RBAC · ethics) runs through every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</a:rPr>
              <a:t>USP — the Trust Spine makes answers actionable AND court-defensible: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Cite: every answer carries source FIR row IDs.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Explain: the exact SQL / query that produced the answer is shown.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Audit: every question, query, role and data scope is logged.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RBAC: a scope WHERE clause is injected by role (SHO→station, DCP→district, ADGP→state).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Ethics: demographics framed as victimization not profiling; presumption-of-innocence on accused; no person-level prediction.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Differentiator: unlike static dashboards, a cop can act on it Monday morning and defend it in court. One engine serves both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</a:rPr>
              <a:t>Engine modules (one brain behind a Router agent):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Text→SQL (safe, parameterized, whitelisted, RBAC-injected) · RAG over BriefFacts (similar MO) · Criminal-network graph (gangs, kingpins, repeat offenders).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Hotspot forecast · Anomaly watch · Patrol risk score · Detection-quality (false-case / undetected) · Response-lag · Socio-economic (guardrailed) · PDF brief generator.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Copilot face: chat + voice + Kannada, citations, explainable SQL, charts, PDF export.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War Room face: hotspot maps, network graph, anomaly alerts, detection-quality and response-lag panels, risk scores, drilldowns.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  <p:sp>
        <p:nvSpPr>
          <p:cNvPr id="79" name="TextBox 78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</a:rPr>
              <a:t>Use-case flow (every request rides the trust spine):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1. Officer signs in → RBAC resolves their data scope (station / district / state).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2. Question (typed or spoken, EN/KN) → Router agent reads intent and picks the right module.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3. Module runs (e.g. Text→SQL builds safe SQL with the scope WHERE injected; graph/forecast/anomaly as needed).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4. Answer is composed with cited FIR IDs + the SQL shown + a chart + a confidence/caveat line.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5. The question, query and scope are written to the Audit Log; an optional PDF brief can be downloaded.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</a:rPr>
              <a:t>Two front-ends (Copilot + War Room) → API Gateway → Intelligence Engine → Data Store.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Intelligence Engine (Catalyst Functions + AppSail): a Router agent selects and composes modules — Text→SQL, RAG, Graph, Forecast, Anomaly, Risk, Detection-quality, Response-lag, Socio-economic, Brief generator.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Trust layer wraps every module: cite · explain · audit · RBAC · guardrails.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Data Store holds FIR rows + audit log; QuickML serves vector/RAG/LLM; Stratus + Cache support storage and speed.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Prototype today: FastAPI engine + SQLite + React/Vite SPA, a 1:1 stand-in for the Catalyst services above.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</a:rPr>
              <a:t>Backend / Engine: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Python, FastAPI, Uvicorn, SQLite, scikit-learn, NetworkX, pandas, Faker, reportlab.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</a:rPr>
              <a:t>Frontend: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React 18, Vite 5, TypeScript, Leaflet (maps), Recharts (charts), vis-network (graph).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Target platform: Zoho Catalyst (Data Store, Functions/AppSail, Slate, QuickML, Zia AutoML, Zia Services, SmartBrowz, Authentication, API Gateway, Stratus, Cache, Cron, Signals, Pipelines).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365760" y="1417320"/>
            <a:ext cx="8412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A1A2E"/>
                </a:solidFill>
              </a:rPr>
              <a:t>Mandatory Zoho Catalyst service mapping (full detail in CATALYST_MAPPING.md):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Web Client Hosting / Slate — the two front-ends.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Functions + AppSail — engine modules; heavy graph/ML on AppSail.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Circuits — Router pipeline orchestration.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Data Store — FIR data + full-text + audit log.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QuickML — vector / RAG / LLM serving (Text→SQL).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Zia AutoML — patrol risk scoring; Zia Services — Kannada STT/TTS/translate + OCR.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SmartBrowz — PDF briefs; Authentication — login/RBAC; API Gateway — routing/throttling.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Stratus — object storage; Cache — query cache; Cron→Mail/Push — proactive briefings.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Signals + Event Functions — new-FIR auto-anomaly; Pipelines — CI/CD.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  <p:pic>
        <p:nvPicPr>
          <p:cNvPr id="115" name="Picture 114" descr="01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17320"/>
            <a:ext cx="2743200" cy="1975104"/>
          </a:xfrm>
          <a:prstGeom prst="rect">
            <a:avLst/>
          </a:prstGeom>
        </p:spPr>
      </p:pic>
      <p:pic>
        <p:nvPicPr>
          <p:cNvPr id="116" name="Picture 115" descr="02_copilot_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417320"/>
            <a:ext cx="2743200" cy="1975104"/>
          </a:xfrm>
          <a:prstGeom prst="rect">
            <a:avLst/>
          </a:prstGeom>
        </p:spPr>
      </p:pic>
      <p:pic>
        <p:nvPicPr>
          <p:cNvPr id="117" name="Picture 116" descr="03_war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417320"/>
            <a:ext cx="2743200" cy="1975104"/>
          </a:xfrm>
          <a:prstGeom prst="rect">
            <a:avLst/>
          </a:prstGeom>
        </p:spPr>
      </p:pic>
      <p:pic>
        <p:nvPicPr>
          <p:cNvPr id="118" name="Picture 117" descr="04_network_grap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3246120"/>
            <a:ext cx="2743200" cy="1975104"/>
          </a:xfrm>
          <a:prstGeom prst="rect">
            <a:avLst/>
          </a:prstGeom>
        </p:spPr>
      </p:pic>
      <p:pic>
        <p:nvPicPr>
          <p:cNvPr id="119" name="Picture 118" descr="05_audit_l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3246120"/>
            <a:ext cx="2743200" cy="1975104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A1A2E"/>
                </a:solidFill>
              </a:rPr>
              <a:t>Snapshots (L→R, top→bottom): Login — RBAC role selection · Copilot — cited answer + SQL + chart + confidence · War Room dashboard · Criminal network — kingpins + repeat offenders · Audit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</a:rPr>
              <a:t>Prototype performance / benchmarking: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Dataset: 4000 synthetic FIRs across 40 police stations and 15 districts, generated on the real KSP FIR ER schema.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Planted, verifiable demo signals: Koramangala chain-snatching hotspot; Whitefield April vehicle-theft spike; Electronic City ~50% false-case cluster; Indiranagar response-lag outlier; gangs + repeat offenders in the graph.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Engine is deterministic and fully offline — sub-second response on a laptop, no external API calls in the demo path.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Quality: 13/13 engine smoke tests passing (RBAC scope narrowing, citations, SQL returned, planted-fact discovery, bias/innocence disclaimers).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GitHub Public Repository: https://github.com/EshaaSumesh/KSP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Demo Video Link (3 minutes): [PLACEHOLDER — record + paste public Drive/YouTube link]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Deployed Link: [PLACEHOLDER — pending Zoho Catalyst deployment; see CATALYST_MAPPING.md]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</a:rPr>
              <a:t>Future development (full honest gap list in gaps.md):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Deploy end-to-end on Zoho Catalyst (Data Store, Functions/AppSail, Slate, API Gateway, Authentication).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Integrate real KSP FIR data when released (swap the synthetic generator).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Real LLM Text→SQL via QuickML (replace deterministic intent matching); real Zia Kannada STT/TTS/translate.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Upgrade forecast to Prophet/LightGBM and risk to Zia AutoML; vector RAG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Wire Cron proactive briefings + Signals auto-anomaly; expand tests + Pipelines CI/CD.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Produce the demo video and fill the live deployed link for submission.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